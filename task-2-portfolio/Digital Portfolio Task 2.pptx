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bajpai" userId="0f3b809341aa5a8a" providerId="LiveId" clId="{411EC0B9-CF21-4AEB-9F2E-8617872EE019}"/>
    <pc:docChg chg="modSld">
      <pc:chgData name="akshat bajpai" userId="0f3b809341aa5a8a" providerId="LiveId" clId="{411EC0B9-CF21-4AEB-9F2E-8617872EE019}" dt="2026-03-29T10:14:30.046" v="1" actId="20577"/>
      <pc:docMkLst>
        <pc:docMk/>
      </pc:docMkLst>
      <pc:sldChg chg="modSp mod">
        <pc:chgData name="akshat bajpai" userId="0f3b809341aa5a8a" providerId="LiveId" clId="{411EC0B9-CF21-4AEB-9F2E-8617872EE019}" dt="2026-03-29T10:14:30.046" v="1" actId="20577"/>
        <pc:sldMkLst>
          <pc:docMk/>
          <pc:sldMk cId="1934096763" sldId="256"/>
        </pc:sldMkLst>
        <pc:spChg chg="mod">
          <ac:chgData name="akshat bajpai" userId="0f3b809341aa5a8a" providerId="LiveId" clId="{411EC0B9-CF21-4AEB-9F2E-8617872EE019}" dt="2026-03-29T10:14:30.046" v="1" actId="20577"/>
          <ac:spMkLst>
            <pc:docMk/>
            <pc:sldMk cId="1934096763" sldId="256"/>
            <ac:spMk id="3" creationId="{3E342ED3-374A-5CF5-C344-B00F4E2092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3EAF-C3AE-0B85-BBBC-294845763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9" y="1156494"/>
            <a:ext cx="9085005" cy="3671146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Digital Portfolio </a:t>
            </a:r>
            <a:br>
              <a:rPr lang="en-IN" sz="3200" b="1" dirty="0"/>
            </a:br>
            <a:br>
              <a:rPr lang="en-IN" sz="3200" dirty="0"/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42ED3-374A-5CF5-C344-B00F4E209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09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12C2-0201-3D06-8480-0A97453A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7148"/>
            <a:ext cx="9355394" cy="220242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- Create accounts on </a:t>
            </a:r>
            <a:r>
              <a:rPr lang="en-IN" b="1" dirty="0"/>
              <a:t>at least 3 platforms</a:t>
            </a:r>
            <a:r>
              <a:rPr lang="en-IN" dirty="0"/>
              <a:t>:</a:t>
            </a:r>
            <a:br>
              <a:rPr lang="en-IN" dirty="0"/>
            </a:br>
            <a:r>
              <a:rPr lang="en-IN" sz="6000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GitHub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D1BBD-CB3C-5574-6860-76133A0C9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658" y="1391264"/>
            <a:ext cx="10275431" cy="544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5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C694-DD99-163B-3E0B-14AE95C2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LinkedIn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BE297-CD28-C0CF-EADC-82C295C9E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4142" y="1258529"/>
            <a:ext cx="6164826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1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BE72-244E-3549-E3DA-63BBB596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Stack Overflow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617F53-C263-7D8C-9D49-ADB0F2D41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465006"/>
            <a:ext cx="10043652" cy="52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9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3D50-F56F-974C-2C76-39BB2D74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94969"/>
            <a:ext cx="9601200" cy="98322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0934-1F13-9813-E370-D68A3BCFB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6" y="1278195"/>
            <a:ext cx="10835148" cy="5427404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For my digital portfolio, I have chosen to join three key platforms: GitHub, LinkedIn, and Stack Overflow. These platforms have different roles to play in developing my digital presence and helping me enhance my digital skills.</a:t>
            </a:r>
          </a:p>
          <a:p>
            <a:endParaRPr lang="en-US" sz="1800" b="1" dirty="0">
              <a:solidFill>
                <a:srgbClr val="002060"/>
              </a:solidFill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GitHub is primarily a platform to showcase my projects, upload code, and monitor my progress in developing programming skills. This platform will help me build a robust portfolio that I can share with others. LinkedIn is primarily a platform to build a professional profile, where I can highlight my academic achievements, skills, and success. I will also be able to build a network of professionals and explore various career options. Stack Overflow is a platform that will help me enhance my knowledge by providing solutions to coding-related problems and explaining various programming concepts to me.</a:t>
            </a:r>
          </a:p>
          <a:p>
            <a:endParaRPr lang="en-US" sz="1800" b="1" dirty="0">
              <a:solidFill>
                <a:srgbClr val="002060"/>
              </a:solidFill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r>
              <a:rPr lang="en-US" sz="1800" b="1" dirty="0">
                <a:solidFill>
                  <a:srgbClr val="002060"/>
                </a:solidFill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My primary objective of using these platforms is to enhance my knowledge, build my professional identity, and stay connected to the digital community. I plan to use these platforms in the future to enhance my knowledge, build a professional network, and contribute to the digital community.</a:t>
            </a:r>
            <a:endParaRPr lang="en-IN" sz="1800" b="1" dirty="0">
              <a:solidFill>
                <a:srgbClr val="002060"/>
              </a:solidFill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877058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{CAB76CC5-8A15-438B-9FF9-27E7B33EAF29}TFc3084226-2d0c-440f-9f46-6b48c7a7f670e6ba4a85-fc4a2881d6b3</Template>
  <TotalTime>16</TotalTime>
  <Words>219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Amiri</vt:lpstr>
      <vt:lpstr>Arial</vt:lpstr>
      <vt:lpstr>Franklin Gothic Book</vt:lpstr>
      <vt:lpstr>Crop</vt:lpstr>
      <vt:lpstr>Digital Portfolio   </vt:lpstr>
      <vt:lpstr>- Create accounts on at least 3 platforms: GitHub  </vt:lpstr>
      <vt:lpstr>LinkedIn</vt:lpstr>
      <vt:lpstr>Stack Overflow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bajpai</dc:creator>
  <cp:lastModifiedBy>akshat bajpai</cp:lastModifiedBy>
  <cp:revision>1</cp:revision>
  <dcterms:created xsi:type="dcterms:W3CDTF">2026-03-29T10:00:42Z</dcterms:created>
  <dcterms:modified xsi:type="dcterms:W3CDTF">2026-03-29T10:16:47Z</dcterms:modified>
</cp:coreProperties>
</file>